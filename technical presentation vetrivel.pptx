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4" r:id="rId5"/>
    <p:sldId id="262" r:id="rId6"/>
    <p:sldId id="263" r:id="rId7"/>
    <p:sldId id="258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0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8A61C-B4BA-4124-B4FA-6A9D3DD5F55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A17F-B01B-4C2E-AD82-65FD87AB9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5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8A61C-B4BA-4124-B4FA-6A9D3DD5F55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A17F-B01B-4C2E-AD82-65FD87AB9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993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8A61C-B4BA-4124-B4FA-6A9D3DD5F55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A17F-B01B-4C2E-AD82-65FD87AB9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637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8A61C-B4BA-4124-B4FA-6A9D3DD5F55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A17F-B01B-4C2E-AD82-65FD87AB9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49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8A61C-B4BA-4124-B4FA-6A9D3DD5F55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A17F-B01B-4C2E-AD82-65FD87AB9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17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8A61C-B4BA-4124-B4FA-6A9D3DD5F55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A17F-B01B-4C2E-AD82-65FD87AB9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24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8A61C-B4BA-4124-B4FA-6A9D3DD5F55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A17F-B01B-4C2E-AD82-65FD87AB9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50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8A61C-B4BA-4124-B4FA-6A9D3DD5F55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A17F-B01B-4C2E-AD82-65FD87AB9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79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8A61C-B4BA-4124-B4FA-6A9D3DD5F55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A17F-B01B-4C2E-AD82-65FD87AB9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77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8A61C-B4BA-4124-B4FA-6A9D3DD5F55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A17F-B01B-4C2E-AD82-65FD87AB9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41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8A61C-B4BA-4124-B4FA-6A9D3DD5F55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A17F-B01B-4C2E-AD82-65FD87AB9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752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8A61C-B4BA-4124-B4FA-6A9D3DD5F55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3A17F-B01B-4C2E-AD82-65FD87AB9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53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sensor transmissions — energy budget and duty cycle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86050" y="4344988"/>
            <a:ext cx="9144000" cy="1655762"/>
          </a:xfrm>
        </p:spPr>
        <p:txBody>
          <a:bodyPr/>
          <a:lstStyle/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P.Vetrivel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(192512400)</a:t>
            </a:r>
          </a:p>
        </p:txBody>
      </p:sp>
      <p:pic>
        <p:nvPicPr>
          <p:cNvPr id="4" name="Google Shape;85;p1" descr="SIMATS ENGINEERING —BIOTECHNOLOGY">
            <a:extLst>
              <a:ext uri="{FF2B5EF4-FFF2-40B4-BE49-F238E27FC236}">
                <a16:creationId xmlns:a16="http://schemas.microsoft.com/office/drawing/2014/main" id="{C05B0536-34FE-26C3-297C-9BE7F62E939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8639" y="114352"/>
            <a:ext cx="11342801" cy="10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590550" y="4341872"/>
            <a:ext cx="3181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Dr.K.P.Senthilkumar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240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73" y="269875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212" y="2144712"/>
            <a:ext cx="10515600" cy="4351338"/>
          </a:xfrm>
        </p:spPr>
        <p:txBody>
          <a:bodyPr/>
          <a:lstStyle/>
          <a:p>
            <a:pPr lvl="0"/>
            <a:r>
              <a:rPr lang="en-IN" b="1" dirty="0"/>
              <a:t>Energy Budget:</a:t>
            </a:r>
            <a:r>
              <a:rPr lang="en-IN" dirty="0"/>
              <a:t> IoT sensors have limited battery power, so energy must be carefully managed during sensing, processing, and wireless transmission. </a:t>
            </a:r>
          </a:p>
          <a:p>
            <a:pPr lvl="0"/>
            <a:r>
              <a:rPr lang="en-IN" b="1" dirty="0"/>
              <a:t>Duty Cycle:</a:t>
            </a:r>
            <a:r>
              <a:rPr lang="en-IN" dirty="0"/>
              <a:t> Duty cycle determines how long a sensor stays </a:t>
            </a:r>
            <a:r>
              <a:rPr lang="en-IN" b="1" dirty="0"/>
              <a:t>active and in sleep mode</a:t>
            </a:r>
            <a:r>
              <a:rPr lang="en-IN" dirty="0"/>
              <a:t>. A lower duty cycle helps reduce unnecessary energy consumption. </a:t>
            </a:r>
          </a:p>
          <a:p>
            <a:pPr lvl="0"/>
            <a:r>
              <a:rPr lang="en-IN" b="1" dirty="0"/>
              <a:t>Energy Efficiency:</a:t>
            </a:r>
            <a:r>
              <a:rPr lang="en-IN" dirty="0"/>
              <a:t> Optimizing transmission frequency and duty cycle can </a:t>
            </a:r>
            <a:r>
              <a:rPr lang="en-IN" b="1" dirty="0"/>
              <a:t>extend battery life</a:t>
            </a:r>
            <a:r>
              <a:rPr lang="en-IN" dirty="0"/>
              <a:t>, reduce maintenance.</a:t>
            </a:r>
          </a:p>
        </p:txBody>
      </p:sp>
      <p:pic>
        <p:nvPicPr>
          <p:cNvPr id="4" name="Google Shape;95;p2" descr="Saveetha Institute of Medical and Technical Sciences -SIMATS | Chennai">
            <a:extLst>
              <a:ext uri="{FF2B5EF4-FFF2-40B4-BE49-F238E27FC236}">
                <a16:creationId xmlns:a16="http://schemas.microsoft.com/office/drawing/2014/main" id="{AD968A1D-6521-94DA-1A9D-734423FC6A5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35163" y="0"/>
            <a:ext cx="1256837" cy="1256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4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DE9E349D-E1AF-DE3F-E9DF-BAFDE1C2D4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652" y="-27952"/>
            <a:ext cx="1011121" cy="13309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2298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52" y="238756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Optimization Techniques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389" y="2197768"/>
            <a:ext cx="10961306" cy="3529556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Adaptive Duty Cycling</a:t>
            </a:r>
            <a:r>
              <a:rPr lang="en-IN" dirty="0"/>
              <a:t> – Adjusts sensor activity based on data requirements. </a:t>
            </a:r>
          </a:p>
          <a:p>
            <a:pPr lvl="0"/>
            <a:r>
              <a:rPr lang="en-IN" b="1" dirty="0"/>
              <a:t>Data Compression</a:t>
            </a:r>
            <a:r>
              <a:rPr lang="en-IN" dirty="0"/>
              <a:t> – Reduces the amount of data sent. </a:t>
            </a:r>
          </a:p>
          <a:p>
            <a:pPr lvl="0"/>
            <a:r>
              <a:rPr lang="en-IN" b="1" dirty="0"/>
              <a:t>Transmission Power Control</a:t>
            </a:r>
            <a:r>
              <a:rPr lang="en-IN" dirty="0"/>
              <a:t> – Uses only the required communication power. </a:t>
            </a:r>
          </a:p>
          <a:p>
            <a:pPr lvl="0"/>
            <a:r>
              <a:rPr lang="en-IN" b="1" dirty="0"/>
              <a:t>Sleep Scheduling</a:t>
            </a:r>
            <a:r>
              <a:rPr lang="en-IN" dirty="0"/>
              <a:t> – Puts sensors into sleep mode when not needed. </a:t>
            </a:r>
          </a:p>
          <a:p>
            <a:pPr lvl="0"/>
            <a:r>
              <a:rPr lang="en-IN" b="1" dirty="0"/>
              <a:t>Data Aggregation</a:t>
            </a:r>
            <a:r>
              <a:rPr lang="en-IN" dirty="0"/>
              <a:t> – Combines multiple readings before transmission.</a:t>
            </a:r>
          </a:p>
        </p:txBody>
      </p:sp>
      <p:pic>
        <p:nvPicPr>
          <p:cNvPr id="4" name="Google Shape;94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DE9E349D-E1AF-DE3F-E9DF-BAFDE1C2D4E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652" y="-27952"/>
            <a:ext cx="1011121" cy="133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5;p2" descr="Saveetha Institute of Medical and Technical Sciences -SIMATS | Chennai">
            <a:extLst>
              <a:ext uri="{FF2B5EF4-FFF2-40B4-BE49-F238E27FC236}">
                <a16:creationId xmlns:a16="http://schemas.microsoft.com/office/drawing/2014/main" id="{AD968A1D-6521-94DA-1A9D-734423FC6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5163" y="46177"/>
            <a:ext cx="1256837" cy="12568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2305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38756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Limitations</a:t>
            </a: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94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DE9E349D-E1AF-DE3F-E9DF-BAFDE1C2D4E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652" y="-27952"/>
            <a:ext cx="1011121" cy="133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5;p2" descr="Saveetha Institute of Medical and Technical Sciences -SIMATS | Chennai">
            <a:extLst>
              <a:ext uri="{FF2B5EF4-FFF2-40B4-BE49-F238E27FC236}">
                <a16:creationId xmlns:a16="http://schemas.microsoft.com/office/drawing/2014/main" id="{AD968A1D-6521-94DA-1A9D-734423FC6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5163" y="46177"/>
            <a:ext cx="1256837" cy="125683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8773" y="2102053"/>
            <a:ext cx="9639763" cy="3929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sz="2400" b="1" dirty="0"/>
              <a:t>Changing Workload</a:t>
            </a:r>
            <a:r>
              <a:rPr lang="en-IN" sz="2400" dirty="0"/>
              <a:t> – Sensor activity may vary depending on the application. </a:t>
            </a:r>
          </a:p>
          <a:p>
            <a:pPr lvl="0"/>
            <a:r>
              <a:rPr lang="en-IN" sz="2400" b="1" dirty="0"/>
              <a:t>Time Synchronization</a:t>
            </a:r>
            <a:r>
              <a:rPr lang="en-IN" sz="2400" dirty="0"/>
              <a:t> – Sensors need proper timing to wake up and transmit data. </a:t>
            </a:r>
          </a:p>
          <a:p>
            <a:pPr lvl="0"/>
            <a:r>
              <a:rPr lang="en-IN" sz="2400" b="1" dirty="0"/>
              <a:t>Communication Interference</a:t>
            </a:r>
            <a:r>
              <a:rPr lang="en-IN" sz="2400" dirty="0"/>
              <a:t> – Other wireless devices may affect transmission. </a:t>
            </a:r>
          </a:p>
          <a:p>
            <a:pPr lvl="0"/>
            <a:r>
              <a:rPr lang="en-IN" sz="2400" b="1" dirty="0"/>
              <a:t>Complex Energy Management</a:t>
            </a:r>
            <a:r>
              <a:rPr lang="en-IN" sz="2400" dirty="0"/>
              <a:t> – Selecting the best duty cycle can be difficult. </a:t>
            </a:r>
          </a:p>
          <a:p>
            <a:pPr lvl="0"/>
            <a:r>
              <a:rPr lang="en-IN" sz="2400" b="1" dirty="0"/>
              <a:t>Environmental Effects</a:t>
            </a:r>
            <a:r>
              <a:rPr lang="en-IN" sz="2400" dirty="0"/>
              <a:t> – Temperature and humidity can affect sensor performance.</a:t>
            </a:r>
          </a:p>
        </p:txBody>
      </p:sp>
    </p:spTree>
    <p:extLst>
      <p:ext uri="{BB962C8B-B14F-4D97-AF65-F5344CB8AC3E}">
        <p14:creationId xmlns:p14="http://schemas.microsoft.com/office/powerpoint/2010/main" val="4256688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73" y="238756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212" y="1303014"/>
            <a:ext cx="10515600" cy="4351338"/>
          </a:xfrm>
        </p:spPr>
        <p:txBody>
          <a:bodyPr>
            <a:normAutofit/>
          </a:bodyPr>
          <a:lstStyle/>
          <a:p>
            <a:pPr lvl="0"/>
            <a:endParaRPr lang="en-IN" sz="3200" b="1" dirty="0"/>
          </a:p>
          <a:p>
            <a:pPr lvl="0"/>
            <a:endParaRPr lang="en-IN" sz="3200" b="1" dirty="0"/>
          </a:p>
          <a:p>
            <a:pPr lvl="0"/>
            <a:r>
              <a:rPr lang="en-IN" sz="3200" b="1" dirty="0"/>
              <a:t>Smart Agriculture</a:t>
            </a:r>
            <a:r>
              <a:rPr lang="en-IN" sz="3200" dirty="0"/>
              <a:t> – Monitors soil and crops. </a:t>
            </a:r>
          </a:p>
          <a:p>
            <a:pPr lvl="0"/>
            <a:r>
              <a:rPr lang="en-IN" sz="3200" b="1" dirty="0"/>
              <a:t>Healthcare</a:t>
            </a:r>
            <a:r>
              <a:rPr lang="en-IN" sz="3200" dirty="0"/>
              <a:t> – Tracks patient health. </a:t>
            </a:r>
          </a:p>
          <a:p>
            <a:pPr lvl="0"/>
            <a:r>
              <a:rPr lang="en-IN" sz="3200" b="1" dirty="0"/>
              <a:t>Smart Homes</a:t>
            </a:r>
            <a:r>
              <a:rPr lang="en-IN" sz="3200" dirty="0"/>
              <a:t> – Controls lights and appliances. </a:t>
            </a:r>
          </a:p>
          <a:p>
            <a:pPr lvl="0"/>
            <a:r>
              <a:rPr lang="en-IN" sz="3200" b="1" dirty="0"/>
              <a:t>Industrial IoT</a:t>
            </a:r>
            <a:r>
              <a:rPr lang="en-IN" sz="3200" dirty="0"/>
              <a:t> – Monitors machines. </a:t>
            </a:r>
          </a:p>
          <a:p>
            <a:pPr lvl="0"/>
            <a:r>
              <a:rPr lang="en-IN" sz="3200" b="1" dirty="0"/>
              <a:t>Environmental Monitoring</a:t>
            </a:r>
            <a:r>
              <a:rPr lang="en-IN" sz="3200" dirty="0"/>
              <a:t> – Measures air and water quality. </a:t>
            </a:r>
          </a:p>
        </p:txBody>
      </p:sp>
      <p:pic>
        <p:nvPicPr>
          <p:cNvPr id="4" name="Google Shape;94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DE9E349D-E1AF-DE3F-E9DF-BAFDE1C2D4E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652" y="-27952"/>
            <a:ext cx="1011121" cy="133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5;p2" descr="Saveetha Institute of Medical and Technical Sciences -SIMATS | Chennai">
            <a:extLst>
              <a:ext uri="{FF2B5EF4-FFF2-40B4-BE49-F238E27FC236}">
                <a16:creationId xmlns:a16="http://schemas.microsoft.com/office/drawing/2014/main" id="{AD968A1D-6521-94DA-1A9D-734423FC6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5163" y="46177"/>
            <a:ext cx="1256837" cy="12568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1558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95581" cy="4001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95581" cy="4001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581" y="295359"/>
            <a:ext cx="10515600" cy="1325563"/>
          </a:xfrm>
        </p:spPr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184" y="2358638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Energy Saving</a:t>
            </a:r>
            <a:r>
              <a:rPr lang="en-IN" dirty="0"/>
              <a:t> – Duty cycling reduces unnecessary sensor activity and saves power. </a:t>
            </a:r>
          </a:p>
          <a:p>
            <a:pPr lvl="0"/>
            <a:r>
              <a:rPr lang="en-IN" b="1" dirty="0"/>
              <a:t>Efficient Transmission</a:t>
            </a:r>
            <a:r>
              <a:rPr lang="en-IN" dirty="0"/>
              <a:t> – Data is sent only when needed, reducing energy consumption. </a:t>
            </a:r>
          </a:p>
          <a:p>
            <a:pPr lvl="0"/>
            <a:r>
              <a:rPr lang="en-IN" b="1" dirty="0"/>
              <a:t>Better Performance</a:t>
            </a:r>
            <a:r>
              <a:rPr lang="en-IN" dirty="0"/>
              <a:t> – Proper energy management improves the reliability of IoT sensors. </a:t>
            </a:r>
          </a:p>
          <a:p>
            <a:pPr lvl="0"/>
            <a:r>
              <a:rPr lang="en-IN" b="1" dirty="0"/>
              <a:t>Overall Result</a:t>
            </a:r>
            <a:r>
              <a:rPr lang="en-IN" dirty="0"/>
              <a:t> – A suitable duty cycle provides a good balance between </a:t>
            </a:r>
            <a:r>
              <a:rPr lang="en-IN" b="1" dirty="0"/>
              <a:t>energy saving and data transmission</a:t>
            </a:r>
            <a:r>
              <a:rPr lang="en-IN" dirty="0"/>
              <a:t>. </a:t>
            </a:r>
          </a:p>
        </p:txBody>
      </p:sp>
      <p:pic>
        <p:nvPicPr>
          <p:cNvPr id="4" name="Google Shape;94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DE9E349D-E1AF-DE3F-E9DF-BAFDE1C2D4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652" y="-27952"/>
            <a:ext cx="1011121" cy="133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5;p2" descr="Saveetha Institute of Medical and Technical Sciences -SIMATS | Chennai">
            <a:extLst>
              <a:ext uri="{FF2B5EF4-FFF2-40B4-BE49-F238E27FC236}">
                <a16:creationId xmlns:a16="http://schemas.microsoft.com/office/drawing/2014/main" id="{AD968A1D-6521-94DA-1A9D-734423FC6A5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35163" y="46177"/>
            <a:ext cx="1256837" cy="1256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2788" y="4966007"/>
            <a:ext cx="740484" cy="69321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4416" y="4984396"/>
            <a:ext cx="2817671" cy="70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594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2550" y="238756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401050" cy="3889375"/>
          </a:xfrm>
        </p:spPr>
        <p:txBody>
          <a:bodyPr/>
          <a:lstStyle/>
          <a:p>
            <a:pPr lvl="0"/>
            <a:r>
              <a:rPr lang="en-IN" b="1" dirty="0"/>
              <a:t>Saves Energy</a:t>
            </a:r>
            <a:r>
              <a:rPr lang="en-IN" dirty="0"/>
              <a:t> – Proper duty cycling reduces battery usage. </a:t>
            </a:r>
          </a:p>
          <a:p>
            <a:pPr lvl="0"/>
            <a:r>
              <a:rPr lang="en-IN" b="1" dirty="0"/>
              <a:t>Extends Battery Life</a:t>
            </a:r>
            <a:r>
              <a:rPr lang="en-IN" dirty="0"/>
              <a:t> – Efficient transmission allows sensors to work longer. </a:t>
            </a:r>
          </a:p>
          <a:p>
            <a:pPr lvl="0"/>
            <a:r>
              <a:rPr lang="en-IN" b="1" dirty="0"/>
              <a:t>Improves IoT Performance</a:t>
            </a:r>
            <a:r>
              <a:rPr lang="en-IN" dirty="0"/>
              <a:t> – Energy management makes IoT systems reliable and efficient.</a:t>
            </a:r>
          </a:p>
        </p:txBody>
      </p:sp>
      <p:pic>
        <p:nvPicPr>
          <p:cNvPr id="4" name="Google Shape;94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DE9E349D-E1AF-DE3F-E9DF-BAFDE1C2D4E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652" y="-27952"/>
            <a:ext cx="1011121" cy="133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5;p2" descr="Saveetha Institute of Medical and Technical Sciences -SIMATS | Chennai">
            <a:extLst>
              <a:ext uri="{FF2B5EF4-FFF2-40B4-BE49-F238E27FC236}">
                <a16:creationId xmlns:a16="http://schemas.microsoft.com/office/drawing/2014/main" id="{AD968A1D-6521-94DA-1A9D-734423FC6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5163" y="46177"/>
            <a:ext cx="1256837" cy="12568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4700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180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355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IoT sensor transmissions — energy budget and duty cycle</vt:lpstr>
      <vt:lpstr>Introduction</vt:lpstr>
      <vt:lpstr>Optimization Techniques</vt:lpstr>
      <vt:lpstr>Challenges and Limitations</vt:lpstr>
      <vt:lpstr>   Applications</vt:lpstr>
      <vt:lpstr>Result and Discussion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presentation Convolution Integral – Physical Meaning and Computation</dc:title>
  <dc:creator>Admin</dc:creator>
  <cp:lastModifiedBy>vetri vel</cp:lastModifiedBy>
  <cp:revision>10</cp:revision>
  <dcterms:created xsi:type="dcterms:W3CDTF">2026-08-06T06:58:40Z</dcterms:created>
  <dcterms:modified xsi:type="dcterms:W3CDTF">2026-08-08T05:05:40Z</dcterms:modified>
</cp:coreProperties>
</file>